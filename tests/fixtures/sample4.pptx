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Landmark supply-chain readiness for UAE operations.</a:t>
            </a:r>
          </a:p>
          <a:p>
            <a:r>
              <a:t>Second bullet point to verify Unstructured.io pptx parsing.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