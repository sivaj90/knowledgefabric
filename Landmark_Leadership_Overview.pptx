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enterprise-wide problem, not a single-function problem. Keep tone plain-English, product-pitch.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expectations honestly: the system answers only from what it has ingested and is grounded in cited sources. It won't invent answers, and won't know about content we haven't brought in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publicly listed prices, not negotiated quotes. Direction agreed: prototype with Onyx alongside the in-house build; watch Semantica for the graph/context layer specifically. Recommendation comes after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2-phase model keeps ingestion resilient - a stalled processing step never blocks a source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non-negotiable rule: authorization binds before ranking, and the LLM never sees unauthorized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Connected Knowledge Layer for Teams &amp;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Landmark's knowledge is scattered everywhere. Here's the plan to turn it into one connected, trustworthy context layer — for people first, and AI agents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Problem, in Plain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Our knowledge is everywhere — and nowhere useful.</a:t>
            </a:r>
          </a:p>
          <a:p>
            <a:pPr/>
            <a:r>
              <a:rPr sz="1600"/>
              <a:t>Valuable knowledge gets created (a doc, a meeting, a wiki page, a ticket decision) and then basically disappears — technically saved, practically unfindable.</a:t>
            </a:r>
          </a:p>
          <a:p>
            <a:pPr/>
            <a:r>
              <a:rPr sz="1600"/>
              <a:t>Employees waste hours re-discovering things that were already figured out.</a:t>
            </a:r>
          </a:p>
          <a:p>
            <a:pPr/>
            <a:r>
              <a:rPr sz="1600"/>
              <a:t>Leaders can't get a fast, honest answer to "what has this team actually been working on?"</a:t>
            </a:r>
          </a:p>
          <a:p>
            <a:pPr/>
            <a:r>
              <a:rPr sz="1600"/>
              <a:t>Every AI initiative hits the same wall: an AI is only as good as the knowledge we can safely hand it.</a:t>
            </a:r>
          </a:p>
          <a:p>
            <a:pPr/>
            <a:r>
              <a:rPr sz="1600" b="1"/>
              <a:t>This shows up the same way across every function — R&amp;D, Ops, e-commerce, supply chain. We're keeping the problem broad, even though we'll prove it out narrow.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Problems, In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V0 — How do we collect everything we know and turn it into connected knowledge?</a:t>
            </a:r>
          </a:p>
          <a:p>
            <a:pPr/>
            <a:r>
              <a:rPr sz="1800" b="1"/>
              <a:t>V1 — How do we get the right knowledge to the right person, at the right level of detail?</a:t>
            </a:r>
          </a:p>
          <a:p>
            <a:pPr/>
            <a:r>
              <a:rPr sz="1800" b="1"/>
              <a:t>V2 — How do we let AI agents use that knowledge to actually take action, not just answer questions?</a:t>
            </a:r>
          </a:p>
          <a:p>
            <a:pPr/>
            <a:r>
              <a:rPr sz="1500" i="1"/>
              <a:t>These are stages of maturity, not separate projects — each builds on the last. We're starting with V0.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Think of it as a shared "second brain" for the company — a context layer both people and AI agents can draw on.</a:t>
            </a:r>
          </a:p>
          <a:p>
            <a:pPr/>
            <a:r>
              <a:rPr sz="1600"/>
              <a:t>One place that automatically pulls knowledge together, keeps it organized and current, and lets anyone ask a question and get a grounded, trustworthy answer with sources.</a:t>
            </a:r>
          </a:p>
          <a:p>
            <a:pPr/>
            <a:r>
              <a:rPr sz="1600"/>
              <a:t>Not a chatbot bolted onto a search bar.</a:t>
            </a:r>
          </a:p>
          <a:p>
            <a:pPr/>
            <a:r>
              <a:rPr sz="1600"/>
              <a:t>Not a place where people manually upload and maintain documents — knowledge flows in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Looks Like in Practice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07720">
                <a:tc>
                  <a:txBody>
                    <a:bodyPr/>
                    <a:lstStyle/>
                    <a:p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delivers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has R&amp;D been working on over the last few months?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 pulled from design docs, wikis, and meeting notes — cited, not a guess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detail on the enterprise knowledge work — what's been decided?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Deep, topic-specific answer from only the relevant documents/discussions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Has anyone looked at optimizing token cost?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Surfaces prior discussion even if buried in a transcript or an obscure wiki page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t>Leadership (cross-function)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are the top topics teams are working on right now?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Fast, aggregated view of where attention is going, no chasing team leads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t>Ops (future domain)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What's the standard resolution for this incident type, has it happened before?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SOPs + past incidents + tickets — easy to demonstrate concrete value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V0 -&gt; V1 -&gt;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/>
              <a:t>V0 (NOW) — Capture &amp; connect: pull knowledge automatically from core sources into one connected store</a:t>
            </a:r>
          </a:p>
          <a:p>
            <a:pPr/>
            <a:r>
              <a:rPr sz="1700" b="1"/>
              <a:t>V1 (NEXT) — Surface to the right people: search, rank, and filter so the right person sees the right answer</a:t>
            </a:r>
          </a:p>
          <a:p>
            <a:pPr/>
            <a:r>
              <a:rPr sz="1700" b="1"/>
              <a:t>V2 (LATER) — Agents take action: agents use the knowledge layer to actually do things, not just answer</a:t>
            </a:r>
          </a:p>
          <a:p>
            <a:pPr/>
            <a:r>
              <a:rPr sz="400"/>
              <a:t/>
            </a:r>
          </a:p>
          <a:p>
            <a:pPr/>
            <a:r>
              <a:rPr sz="1500"/>
              <a:t>V0 focus: get data flowing automatically — avoid a model where people manually upload/maintain knowledge one by one.</a:t>
            </a:r>
          </a:p>
          <a:p>
            <a:pPr/>
            <a:r>
              <a:rPr sz="1500"/>
              <a:t>V0 is deliberately "dumb" at first: ingest broadly, add filters/approvals/guardrails in later phases.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Deliberate Sequencing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B21739"/>
                </a:solidFill>
              </a:rPr>
              <a:t>Identity and authorization are important and will be built — but they are NOT the starting layer.</a:t>
            </a:r>
          </a:p>
          <a:p>
            <a:pPr/>
            <a:r>
              <a:rPr sz="1600"/>
              <a:t>Making access control the first slide or first implementation dependency risks stalling progress before anything useful exists.</a:t>
            </a:r>
          </a:p>
          <a:p>
            <a:pPr/>
            <a:r>
              <a:rPr sz="1600"/>
              <a:t>We build capture first, prove the value, and mature governance in step with it — not as a blocking prerequisite.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In Scope First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58368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How it comes in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t>SharePoint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practical starting point — scheduled connector pulls new/updated content from a given location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t>Azure DevOps (wikis + work items)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scheduled-connector model, covering CodeWiki pages and work items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t>Recorded Teams meetings / transcripts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Associated to a business function based on attendees, brought into that domain's context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t>Manual upload (fallback)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 content not yet in an automatically-connected source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Deliberately Out of Scope (For 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Videos stored in SharePoint (for now)</a:t>
            </a:r>
          </a:p>
          <a:p>
            <a:pPr/>
            <a:r>
              <a:rPr/>
              <a:t>Outlook shared mailboxes</a:t>
            </a:r>
          </a:p>
          <a:p>
            <a:pPr/>
            <a:r>
              <a:rPr/>
              <a:t>ERP / CRM / business records</a:t>
            </a:r>
          </a:p>
          <a:p>
            <a:pPr/>
            <a:r>
              <a:rPr/>
              <a:t>People / performance data</a:t>
            </a:r>
          </a:p>
          <a:p>
            <a:pPr/>
            <a:r>
              <a:rPr/>
              <a:t>Certain restricted, commercial, or contract-style content (needs explicit exclusion rules)</a:t>
            </a:r>
          </a:p>
          <a:p>
            <a:pPr/>
            <a:r>
              <a:rPr sz="1400" i="1"/>
              <a:t>Not everything should end up in the knowledge base — defining exclusions is as much a part of the design as defining what's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vs. Open Source vs. Buy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12344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 in-house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Buy commercial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t>Indicative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 time, ongoing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 self-hosted / ~$16-20 per seat/mo cloud / custom enterprise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Recurring license / seat fees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control; tailored exactly to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 prototype; connectors already exist; no license to 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Fastest time-to-value; vendor handles support/maintenance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Slowest to v1; we own every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need customization; support depends on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Ongoing cost that scales; less control over roadmap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Open-Source Options We're Evaluating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14020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License /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Relevant because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r>
                        <a:t>Onyx</a:t>
                      </a:r>
                    </a:p>
                    <a:p>
                      <a:r>
                        <a:t>(github.com/onyx-dot-app/onyx)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Self-hostable AI chat platform — RAG, agents, 40+ connectors incl. SharePoint, Confluence, Jira, Slack, GitHub, with permission-sync on supported 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Community Ed.: free, MIT license, self-hosted. Cloud: ~$16-20/seat/mo. Enterprise tier: custom pricing.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Closest match to our V0/V1 needs — a SharePoint connector with permission-sync already exists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r>
                        <a:t>Semantica</a:t>
                      </a:r>
                    </a:p>
                    <a:p>
                      <a:r>
                        <a:t>(github.com/semantica-agi/semantica)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Graph-native infrastructure for context and accountable AI — turns unstructured content into a governed, explainable, auditable 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Free, MIT license. Very early-stage — smaller community, connector maturity unproven.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Overlaps with our source-of-truth/graph layer — worth prototyping for that piece specifically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— What We're Doing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/>
              <a:t>POC domain: R&amp;D — SharePoint + Azure DevOps + Teams transcripts</a:t>
            </a:r>
          </a:p>
          <a:p>
            <a:pPr/>
            <a:r>
              <a:rPr sz="1700" b="1"/>
              <a:t>Parallel track: explore Onyx (open source) alongside the in-house build</a:t>
            </a:r>
          </a:p>
          <a:p>
            <a:pPr/>
            <a:r>
              <a:rPr sz="400"/>
              <a:t/>
            </a:r>
          </a:p>
          <a:p>
            <a:pPr/>
            <a:r>
              <a:rPr/>
              <a:t>Rewrite the problem statement in simple English with the V0/V1/V2 framing</a:t>
            </a:r>
          </a:p>
          <a:p>
            <a:pPr/>
            <a:r>
              <a:rPr/>
              <a:t>Simplify the deck for a business audience, keep technical depth as backup</a:t>
            </a:r>
          </a:p>
          <a:p>
            <a:pPr/>
            <a:r>
              <a:rPr/>
              <a:t>Add concrete usage examples, especially for R&amp;D</a:t>
            </a:r>
          </a:p>
          <a:p>
            <a:pPr/>
            <a:r>
              <a:rPr/>
              <a:t>Add a build vs. open source vs. buy comparison with pros/cons and indicative cost</a:t>
            </a:r>
          </a:p>
          <a:p>
            <a:pPr/>
            <a:r>
              <a:rPr/>
              <a:t>Start a basic POC for the R&amp;D domain</a:t>
            </a:r>
          </a:p>
          <a:p>
            <a:pPr/>
            <a:r>
              <a:rPr/>
              <a:t>Prototype with Onyx in parallel; watch Semantica for the graph layer</a:t>
            </a:r>
          </a:p>
          <a:p>
            <a:pPr/>
            <a:r>
              <a:rPr/>
              <a:t>Apply the recommended chunking strategy before implementation begins</a:t>
            </a:r>
          </a:p>
          <a:p>
            <a:pPr/>
            <a:r>
              <a:rPr/>
              <a:t>Bring back a concrete build/open-source/buy recommendation after experimentation</a:t>
            </a:r>
          </a:p>
          <a:p>
            <a:pPr/>
            <a:r>
              <a:rPr/>
              <a:t>Polish and share the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&amp; What We're Still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Relevance at ingestion — if a SharePoint folder has mixed relevance, how does the system know what matters? Direction: ingest broadly first, filter and refine later.</a:t>
            </a:r>
          </a:p>
          <a:p>
            <a:pPr/>
            <a:r>
              <a:rPr sz="1600"/>
              <a:t>Some retrieval/answer behaviors are unproven until we build the POC and test on real Landmark content.</a:t>
            </a:r>
          </a:p>
          <a:p>
            <a:pPr/>
            <a:r>
              <a:rPr sz="1600"/>
              <a:t>Expectation-setting — the deck and any demo need to be explicit about what the system can and can't answer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Technical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material for anyone who wants implementation-level detail — not the lead of this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Stack Under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3825">
                <a:tc>
                  <a:txBody>
                    <a:bodyPr/>
                    <a:lstStyle/>
                    <a:p>
                      <a:r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Identity &amp;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AD / Entra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Deferred as first build dependency, not blocking capture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Ingestion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Celery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Scheduled connector pulls, decoupled from query path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Object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Raw source files land here first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Parsing /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Unstructured.io + Tesseract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docx/pdf/html parsing; OCR for scans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Chunking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LangChain — semantic chunking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Groups content by meaning/topic, not fixed size (see next slide)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landmark-text-embedding-3-large (Azure OpenAI)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Vectorizes each chunk; only changed content re-embedded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pgvector (PostgreSQL)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Semantic/meaning-based retrieval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Keyword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Postgres FTS (BM25)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PostgreSQL engine as pgvector</a:t>
                      </a:r>
                    </a:p>
                  </a:txBody>
                  <a:tcPr/>
                </a:tc>
              </a:tr>
              <a:tr h="473825">
                <a:tc>
                  <a:txBody>
                    <a:bodyPr/>
                    <a:lstStyle/>
                    <a:p>
                      <a:r>
                        <a:t>Graph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Apache AGE (PostgreSQL extension)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Document/topic relationships, matures with V1</a:t>
                      </a:r>
                    </a:p>
                  </a:txBody>
                  <a:tcPr/>
                </a:tc>
              </a:tr>
              <a:tr h="473830">
                <a:tc>
                  <a:txBody>
                    <a:bodyPr/>
                    <a:lstStyle/>
                    <a:p>
                      <a:r>
                        <a:t>Answer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GPT-5.5 mini (Azure OpenAI)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Grounded, cited answers only, never fine-tuned on raw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Chunking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Semantic chunking is the recommended default for our mixed, long-form content.</a:t>
            </a:r>
          </a:p>
          <a:p>
            <a:pPr/>
            <a:r>
              <a:rPr sz="1500"/>
              <a:t>Fixed-size chunking breaks sentences/topics mid-thought — hurts retrieval accuracy on long, multi-topic docs (published benchmarks show large gaps, e.g. ~87% vs ~13% accuracy for topic-aligned vs fixed-size chunking in one 2025 study).</a:t>
            </a:r>
          </a:p>
          <a:p>
            <a:pPr/>
            <a:r>
              <a:rPr sz="1500"/>
              <a:t>Semantic chunking groups content by meaning, preserving context — the better default for design docs, wikis, and meeting transcripts.</a:t>
            </a:r>
          </a:p>
          <a:p>
            <a:pPr/>
            <a:r>
              <a:rPr sz="1500"/>
              <a:t>Meeting transcripts should chunk by topic/decision boundary, not fixed time windows.</a:t>
            </a:r>
          </a:p>
          <a:p>
            <a:pPr/>
            <a:r>
              <a:rPr sz="1500"/>
              <a:t>Fixed-size/recursive chunking remains fine for short, already-focused documents (e.g. a single-topic SOP).</a:t>
            </a:r>
          </a:p>
          <a:p>
            <a:pPr/>
            <a:r>
              <a:rPr sz="1500" b="1"/>
              <a:t>Recommendation: start with semantic chunking (LangChain) for SharePoint/DevOps docs and Teams transcripts as the default.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V0 Capture — Ingestion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1. Scheduled connector pull — SharePoint, Azure DevOps, Teams transcripts, manual upload fallback</a:t>
            </a:r>
          </a:p>
          <a:p>
            <a:pPr/>
            <a:r>
              <a:rPr sz="1600"/>
              <a:t>2. Raw content lands first — Azure Blob storage</a:t>
            </a:r>
          </a:p>
          <a:p>
            <a:pPr/>
            <a:r>
              <a:rPr sz="1600"/>
              <a:t>3. Changed/new check — only new or changed content moves forward</a:t>
            </a:r>
          </a:p>
          <a:p>
            <a:pPr/>
            <a:r>
              <a:rPr sz="1600"/>
              <a:t>4. Transform — chunk (semantic), tag metadata, embed</a:t>
            </a:r>
          </a:p>
          <a:p>
            <a:pPr/>
            <a:r>
              <a:rPr sz="1600"/>
              <a:t>5. Store for retrieval — raw store, vector store, keyword store, graph store, audit/version store (parallel writes)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 Retrieval —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1. Understand the query</a:t>
            </a:r>
          </a:p>
          <a:p>
            <a:pPr/>
            <a:r>
              <a:rPr sz="1600"/>
              <a:t>2. Search in parallel — semantic (vector) + keyword (BM25)</a:t>
            </a:r>
          </a:p>
          <a:p>
            <a:pPr/>
            <a:r>
              <a:rPr sz="1600"/>
              <a:t>3. Combine both result sets into one ranked candidate list</a:t>
            </a:r>
          </a:p>
          <a:p>
            <a:pPr/>
            <a:r>
              <a:rPr sz="1600" b="1">
                <a:solidFill>
                  <a:srgbClr val="B21739"/>
                </a:solidFill>
              </a:rPr>
              <a:t>4. Authorization filter — only authorized content proceeds</a:t>
            </a:r>
          </a:p>
          <a:p>
            <a:pPr/>
            <a:r>
              <a:rPr sz="1600"/>
              <a:t>5. Re-rank — favor fresher and more canonical/authoritative sources</a:t>
            </a:r>
          </a:p>
          <a:p>
            <a:pPr/>
            <a:r>
              <a:rPr sz="1600"/>
              <a:t>6. Generate a grounded answer — GPT-5.5 mini, cited sources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